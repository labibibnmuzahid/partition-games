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PARTITION-GAMES</a:t>
            </a:r>
            <a:r>
              <a:rPr sz="2000" b="0">
                <a:solidFill>
                  <a:srgbClr val="3AC5C9"/>
                </a:solidFill>
                <a:latin typeface="Trebuchet MS"/>
              </a:rPr>
              <a:t>  Repository Restructuring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25400"/>
          </a:xfrm>
          <a:prstGeom prst="rect">
            <a:avLst/>
          </a:prstGeom>
          <a:solidFill>
            <a:srgbClr val="3AC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12064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63500" cy="4297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74C3C"/>
                </a:solidFill>
                <a:latin typeface="Trebuchet MS"/>
              </a:rPr>
              <a:t>CURRENT STRUCTURE </a:t>
            </a:r>
            <a:r>
              <a:rPr sz="1100" b="0">
                <a:solidFill>
                  <a:srgbClr val="888899"/>
                </a:solidFill>
                <a:latin typeface="Trebuchet MS"/>
              </a:rPr>
              <a:t>(Flat — 30+ files in root)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onsolas"/>
              </a:rPr>
              <a:t>Partition-Games/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index.html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style.css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unified_game_styles.css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script.js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config.js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corner_page.html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corner_script.js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corner_multiplayer_auth.js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lctr_page.html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lctr_script.js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lctr_multiplayer_auth.js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crim_page.html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crim_script.js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cris_page.html / cris_script.js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crit_page.html / crit_script.js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crpm_page.html / crpm_script.js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crps_page.html / crps_script.js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rit_page.html / rit_script.js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sato_welter_page.html / ..._script.js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anticorners_page.html / ..._script.js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scc_page.html / scc_script.js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multiplayer_landing.html/.css/.js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database-utils.js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server/  |  public/  |  docs/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9260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3AC5C9"/>
                </a:solidFill>
                <a:latin typeface="Trebuchet MS"/>
              </a:rPr>
              <a:t>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051560"/>
            <a:ext cx="512064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051560"/>
            <a:ext cx="63500" cy="4297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887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CC71"/>
                </a:solidFill>
                <a:latin typeface="Trebuchet MS"/>
              </a:rPr>
              <a:t>PROPOSED STRUCTURE </a:t>
            </a:r>
            <a:r>
              <a:rPr sz="1100" b="0">
                <a:solidFill>
                  <a:srgbClr val="888899"/>
                </a:solidFill>
                <a:latin typeface="Trebuchet MS"/>
              </a:rPr>
              <a:t>(Organized by game)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5544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onsolas"/>
              </a:rPr>
              <a:t>Partition-Games/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index.html  |  wiki.html  |  developers.html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AC5C9"/>
                </a:solidFill>
                <a:latin typeface="Consolas"/>
              </a:rPr>
              <a:t>  assets/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css/ (style.css, unified_game_styles.css)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js/  (script.js)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images/ (headshots/, logo/)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data/   (analysis CSVs)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AC5C9"/>
                </a:solidFill>
                <a:latin typeface="Consolas"/>
              </a:rPr>
              <a:t>  games/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corner/  (page.html, script.js, auth.js)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lctr/    (page.html, script.js, auth.js)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crim/  |  cris/  |  crit/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crpm/  |  crps/  |  rit/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sato-welter/  |  anticorners/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continuous-corner/  |  scc/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AC5C9"/>
                </a:solidFill>
                <a:latin typeface="Consolas"/>
              </a:rPr>
              <a:t>  multiplayer/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landing.html  |  landing.css  |  landing.js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AC5C9"/>
                </a:solidFill>
                <a:latin typeface="Consolas"/>
              </a:rPr>
              <a:t>  wiki/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(per-game documentation pages)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AC5C9"/>
                </a:solidFill>
                <a:latin typeface="Consolas"/>
              </a:rPr>
              <a:t>  reports/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  (report generator files)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AC5C9"/>
                </a:solidFill>
                <a:latin typeface="Consolas"/>
              </a:rPr>
              <a:t>  server/  (Node.js backend)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AC5C9"/>
                </a:solidFill>
                <a:latin typeface="Consolas"/>
              </a:rPr>
              <a:t>  docs/    (research papers, guides)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BBBCC"/>
                </a:solidFill>
                <a:latin typeface="Consolas"/>
              </a:rPr>
              <a:t>  config.js  |  README.md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532120"/>
            <a:ext cx="1124712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39C12"/>
                </a:solidFill>
                <a:latin typeface="Trebuchet MS"/>
              </a:rPr>
              <a:t>KEY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5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rebuchet MS"/>
              </a:rPr>
              <a:t>Self-contained games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624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88899"/>
                </a:solidFill>
                <a:latin typeface="Calibri"/>
              </a:rPr>
              <a:t>Each game lives in its own folder — easy to find, edit, and maintain independently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585215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rebuchet MS"/>
              </a:rPr>
              <a:t>Centralized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60624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88899"/>
                </a:solidFill>
                <a:latin typeface="Calibri"/>
              </a:rPr>
              <a:t>Shared CSS, JS, and images in one place — no duplication across the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585215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rebuchet MS"/>
              </a:rPr>
              <a:t>Clear separation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60624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88899"/>
                </a:solidFill>
                <a:latin typeface="Calibri"/>
              </a:rPr>
              <a:t>Games, server, docs, and assets each have dedicated directories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585215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rebuchet MS"/>
              </a:rPr>
              <a:t>Industry 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60624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88899"/>
                </a:solidFill>
                <a:latin typeface="Calibri"/>
              </a:rPr>
              <a:t>Follows monorepo conventions used by professional web projects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8899"/>
                </a:solidFill>
                <a:latin typeface="Calibri"/>
              </a:rPr>
              <a:t>12 games  •  Node.js + Socket.io backend  •  Rhodes College Research  •  Summer Fellowship '25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